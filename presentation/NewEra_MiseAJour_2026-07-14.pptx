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457200" cy="457200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ERA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2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DU PROTOTYPE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1792" y="274320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a changé depuis la dernière présentation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343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Era Promotion Immobilière — Homepage &amp; page Villa Agata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juillet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D2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chantiers depuis votre dernier retour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566160"/>
          </a:xfrm>
          <a:prstGeom prst="rect">
            <a:avLst/>
          </a:prstGeom>
          <a:solidFill>
            <a:srgbClr val="F4F4F4"/>
          </a:solidFill>
          <a:ln w="12700">
            <a:solidFill>
              <a:srgbClr val="E5E2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40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C7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Retour à la simplicité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77240" y="379476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premiers retours après la présentation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1965960"/>
            <a:ext cx="2606040" cy="3566160"/>
          </a:xfrm>
          <a:prstGeom prst="rect">
            <a:avLst/>
          </a:prstGeom>
          <a:solidFill>
            <a:srgbClr val="F4F4F4"/>
          </a:solidFill>
          <a:ln w="12700">
            <a:solidFill>
              <a:srgbClr val="E5E2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240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C7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11880" y="28346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Trouver l'équilibre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611880" y="379476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sobriété et dynamisme — plusieurs allers-retours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2606040" cy="3566160"/>
          </a:xfrm>
          <a:prstGeom prst="rect">
            <a:avLst/>
          </a:prstGeom>
          <a:solidFill>
            <a:srgbClr val="F4F4F4"/>
          </a:solidFill>
          <a:ln w="12700">
            <a:solidFill>
              <a:srgbClr val="E5E2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240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C7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46520" y="28346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Nouveaux éléments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46520" y="379476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Cartes, section Matériaux, nouveau carrousel, titres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52560" y="1965960"/>
            <a:ext cx="2606040" cy="3566160"/>
          </a:xfrm>
          <a:prstGeom prst="rect">
            <a:avLst/>
          </a:prstGeom>
          <a:solidFill>
            <a:srgbClr val="F4F4F4"/>
          </a:solidFill>
          <a:ln w="12700">
            <a:solidFill>
              <a:srgbClr val="E5E2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2240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C7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81160" y="28346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Carrousels automatiques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281160" y="379476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D'une grille statique à un carrousel « coverflow »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: ce qui reste à valider de votre côté, et les prochaines étapes.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D22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640080" y="3520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Retour à la simplicité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premiers retours après la présentation du 12 juillet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D2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RETOUR À LA SIMPLICITÉ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Un site simple et normal, la vidéo en premier 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hero affichée en tout premier, sans écran intermédiaire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Vignettes des résidences = bâtiment complet (plus de recadrage serré)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projet : image non recadrée, nouvel ordre — galerie puis description puis caractéristiques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« Disponibilité » ajouté (en attente de vrais chiffres, voir plus loin)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images uniformisées au ratio 4:5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reconstruit en carré rouge vrai + « NEW ERA » blanc, à la franco-suisse</a:t>
            </a:r>
            <a:endParaRPr lang="en-US" sz="1350" dirty="0"/>
          </a:p>
        </p:txBody>
      </p:sp>
      <p:pic>
        <p:nvPicPr>
          <p:cNvPr id="5" name="Image 0" descr="/sessions/eloquent-youthful-mendel/mnt/outputs/shots/crop_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35240" y="868680"/>
            <a:ext cx="3977640" cy="5193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61081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 réel du prototype actuel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D22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640080" y="3520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Trouver l'équilibre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ou dynamique ? Plusieurs allers-retours pour trouver le bon dosage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D2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TROUVER L'ÉQUILIBRE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réglages successifs du curseur « dynamisme 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42032" cy="39776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14884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7C7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808" y="269748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Simplification totale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3520440"/>
            <a:ext cx="213969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du mouvement, des asymétries — un site sobre et classique.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3090672" y="36804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73552" y="1920240"/>
            <a:ext cx="2542032" cy="39776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14884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7C7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4720" y="269748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Simple ≠ rien »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474720" y="3520440"/>
            <a:ext cx="213969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précisez que le site a besoin d'un peu de style. Réintroduction discrète : fondus au scroll, survols, logo corrigé en carré.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5815584" y="36804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98464" y="1920240"/>
            <a:ext cx="2542032" cy="39776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5" name="Text 13"/>
          <p:cNvSpPr/>
          <p:nvPr/>
        </p:nvSpPr>
        <p:spPr>
          <a:xfrm>
            <a:off x="6199632" y="214884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7C7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99632" y="269748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Plus dynamique »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199632" y="3520440"/>
            <a:ext cx="213969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Textes qui s'animent, boutons « magnétiques », halo rouge en mouvement, carrousels à barre de progression, galerie défilante « La Collection ».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8540496" y="36804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723376" y="1920240"/>
            <a:ext cx="2542032" cy="3977640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20" name="Text 18"/>
          <p:cNvSpPr/>
          <p:nvPr/>
        </p:nvSpPr>
        <p:spPr>
          <a:xfrm>
            <a:off x="8924544" y="214884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924544" y="269748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Retour au calme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924544" y="3520440"/>
            <a:ext cx="213969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FF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Halo, galerie défilante et animations de texte retirés. Les carrousels sont conservés et un nouveau carrousel est ajouté.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48640" y="6080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aujourd'hui : un site sobre, avec juste ce qu'il faut de mouvement — les carrousels, quelques survols, et rien qui distraie.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D22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640080" y="3520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Nouveaux éléments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Ajoutés à votre demande, en plus des points ci-dessus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D2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NOUVEAUX ÉLÉMENTS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ajouts concrets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2331720"/>
          </a:xfrm>
          <a:prstGeom prst="rect">
            <a:avLst/>
          </a:prstGeom>
          <a:solidFill>
            <a:srgbClr val="F4F4F4"/>
          </a:solidFill>
          <a:ln/>
        </p:spPr>
      </p:sp>
      <p:pic>
        <p:nvPicPr>
          <p:cNvPr id="5" name="Image 0" descr="/sessions/eloquent-youthful-mendel/mnt/outputs/shots/crop_valeur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901952"/>
            <a:ext cx="4791456" cy="1234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3218688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Nos Valeurs » en cartes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3232" y="356616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Excellence / Authenticité / Pérennité : chacune devient une vraie carte (bordure, ombre légère, liseré rouge), au lieu d'un simple bloc de texte.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89320" y="1737360"/>
            <a:ext cx="5120640" cy="2331720"/>
          </a:xfrm>
          <a:prstGeom prst="rect">
            <a:avLst/>
          </a:prstGeom>
          <a:solidFill>
            <a:srgbClr val="F4F4F4"/>
          </a:solidFill>
          <a:ln/>
        </p:spPr>
      </p:sp>
      <p:pic>
        <p:nvPicPr>
          <p:cNvPr id="9" name="Image 1" descr="/sessions/eloquent-youthful-mendel/mnt/outputs/shots/crop_materiaux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3912" y="1901952"/>
            <a:ext cx="4791456" cy="12344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53912" y="3218688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« Matériaux » sur la page Villa Agata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153912" y="356616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Reprend votre texte exact (« Pierre de taille, moulures élégantes et fer forgé... ») déjà présent sur la homepage.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4343400"/>
            <a:ext cx="5120640" cy="23317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3" name="Text 9"/>
          <p:cNvSpPr/>
          <p:nvPr/>
        </p:nvSpPr>
        <p:spPr>
          <a:xfrm>
            <a:off x="749808" y="4544568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Carrousel à côté de « 25 ans d'expérience »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49808" y="5074920"/>
            <a:ext cx="47183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photo unique à côté du texte « Notre histoire » est remplacée par un petit carrousel : l'image active est centrée et plus grande, les suivantes apparaissent sur les côtés.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989320" y="4343400"/>
            <a:ext cx="5120640" cy="23317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6" name="Text 12"/>
          <p:cNvSpPr/>
          <p:nvPr/>
        </p:nvSpPr>
        <p:spPr>
          <a:xfrm>
            <a:off x="6190488" y="4544568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Titres à taille mixte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190488" y="5056632"/>
            <a:ext cx="4718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ans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6190488" y="5559552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d'expertise algéro-allemande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190488" y="6035040"/>
            <a:ext cx="4718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Exactement comme votre exemple « 25 Years » en grand, « of experience » en petit — appliqué au titre principal et à l'en-tête.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D22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640080" y="3520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Carrousels automatiques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D'une grille avec défilement à un carrousel « coverflow »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D2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CARROUSELS AUTOMATIQUES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seul style de carrousel, partout sur le site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avec défilement horizontal, une image à la fois, flèches de navigation.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2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6492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centrale grande et nette ; les suivantes rapetissent et s'estompent sur les côtés (effet « coverflow »)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Défilement automatique, en boucle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Flèches gauche/droite ajoutées pour la navigation manuelle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Plan 3D : le nom de chaque typologie (F4, F5, Duplex, Loft) reste toujours visible, pas seulement sur l'image active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S'adapte à la taille de l'écran et ne dépasse jamais pendant le défilement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43800" y="2514600"/>
            <a:ext cx="1371600" cy="1737360"/>
          </a:xfrm>
          <a:prstGeom prst="roundRect">
            <a:avLst>
              <a:gd name="adj" fmla="val 5333"/>
            </a:avLst>
          </a:prstGeom>
          <a:solidFill>
            <a:srgbClr val="D8D8D8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469880" y="2514600"/>
            <a:ext cx="1371600" cy="1737360"/>
          </a:xfrm>
          <a:prstGeom prst="roundRect">
            <a:avLst>
              <a:gd name="adj" fmla="val 5333"/>
            </a:avLst>
          </a:prstGeom>
          <a:solidFill>
            <a:srgbClr val="D8D8D8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0" name="Image 0" descr="/sessions/eloquent-youthful-mendel/mnt/outputs/shots/crop_villaslid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32520" y="2148840"/>
            <a:ext cx="1920240" cy="2788920"/>
          </a:xfrm>
          <a:prstGeom prst="ellipse">
            <a:avLst/>
          </a:prstGeom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pic>
      <p:sp>
        <p:nvSpPr>
          <p:cNvPr id="11" name="Text 8"/>
          <p:cNvSpPr/>
          <p:nvPr/>
        </p:nvSpPr>
        <p:spPr>
          <a:xfrm>
            <a:off x="7498080" y="5166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du principe « coverflow »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640080" y="3520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reste à valider de votre côté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informations et décisions nous permettraient d'avancer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ED2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ATTENTE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D2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ATTENTE DE VOTRE PART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points à confirmer ou à nous transmettre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14173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956816"/>
            <a:ext cx="128016" cy="128016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8366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Chiffres de disponibilité réels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267712"/>
            <a:ext cx="4718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typologie (ex. « 2 F3, 1 F4... ») pour remplacer le message « en attente des chiffres » actuellement affiché.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5989320" y="1737360"/>
            <a:ext cx="5120640" cy="14173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9" name="Shape 7"/>
          <p:cNvSpPr/>
          <p:nvPr/>
        </p:nvSpPr>
        <p:spPr>
          <a:xfrm>
            <a:off x="6190488" y="1956816"/>
            <a:ext cx="128016" cy="128016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88366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Numéros de téléphone / WhatsApp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90488" y="2267712"/>
            <a:ext cx="4718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Actuellement des numéros placeholder dans la barre de contact mobile et le bouton d'appel.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5120640" cy="14173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602736"/>
            <a:ext cx="128016" cy="128016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5295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du texte « terrain »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49808" y="3913632"/>
            <a:ext cx="4718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bandeau « Vous possédez un terrain à Alger ? » porte encore la mention « copie à valider avec le client ».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989320" y="3383280"/>
            <a:ext cx="5120640" cy="14173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7" name="Shape 15"/>
          <p:cNvSpPr/>
          <p:nvPr/>
        </p:nvSpPr>
        <p:spPr>
          <a:xfrm>
            <a:off x="6190488" y="3602736"/>
            <a:ext cx="128016" cy="128016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5295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Approbation du template Villa Agata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190488" y="3913632"/>
            <a:ext cx="4718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le dupliquer tel quel pour Villa Veronica, Christina et Catrina avec leurs propres textes, photos et plans.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10561320" cy="14173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248656"/>
            <a:ext cx="128016" cy="128016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5175504"/>
            <a:ext cx="9921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détaillé du formulaire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9808" y="5559552"/>
            <a:ext cx="10158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plan précis du formulaire de contact / rendez-vous — champs nécessaires, logique, destinataires — pour l'intégrer correctement au site.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D2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qu'on fait ensuite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02920" cy="502920"/>
          </a:xfrm>
          <a:prstGeom prst="oval">
            <a:avLst/>
          </a:prstGeom>
          <a:solidFill>
            <a:srgbClr val="ED22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20848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Dupliquer le template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709160" y="2084832"/>
            <a:ext cx="6903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votre validation de cette version, reproduire la page Villa Agata pour Veronica, Christina et Catrina avec leurs propres contenus.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502920" cy="502920"/>
          </a:xfrm>
          <a:prstGeom prst="oval">
            <a:avLst/>
          </a:prstGeom>
          <a:solidFill>
            <a:srgbClr val="ED222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31363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Demander les images matériaux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709160" y="3136392"/>
            <a:ext cx="6903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transmettre une demande précise pour les photos de pierre, moulures et fer forgé, puis les intégrer au site.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02920" cy="502920"/>
          </a:xfrm>
          <a:prstGeom prst="oval">
            <a:avLst/>
          </a:prstGeom>
          <a:solidFill>
            <a:srgbClr val="ED222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1879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Brancher les vraies données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709160" y="4187952"/>
            <a:ext cx="6903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de disponibilité par typologie et numéros de téléphone/WhatsApp réels, dès réception.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502920" cy="502920"/>
          </a:xfrm>
          <a:prstGeom prst="oval">
            <a:avLst/>
          </a:prstGeom>
          <a:solidFill>
            <a:srgbClr val="ED222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52395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Connecter le formulaire RDV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709160" y="5239512"/>
            <a:ext cx="6903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Câblage du formulaire de prise de rendez-vous à un système d'envoi réel, une fois le plan du formulaire validé.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457200" cy="457200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ERA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21792" y="2468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retours sur ces points nous permettront d'avancer vers la version finale.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Era Promotion Immobilière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2026-07-15T09:26:34Z</dcterms:created>
  <dcterms:modified xsi:type="dcterms:W3CDTF">2026-07-15T09:26:34Z</dcterms:modified>
</cp:coreProperties>
</file>